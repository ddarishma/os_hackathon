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9" r:id="rId5"/>
    <p:sldId id="265" r:id="rId6"/>
    <p:sldId id="266" r:id="rId7"/>
    <p:sldId id="260" r:id="rId8"/>
    <p:sldId id="261" r:id="rId9"/>
    <p:sldId id="262" r:id="rId10"/>
    <p:sldId id="268" r:id="rId11"/>
    <p:sldId id="269" r:id="rId12"/>
    <p:sldId id="26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C253D-AA70-41C7-BEC0-76B6A164656B}" v="51" dt="2026-04-06T03:03:37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Vaishnavi" userId="66e9376f958a72a4" providerId="LiveId" clId="{99CC7298-F46B-49A8-9888-57CC58B84A37}"/>
    <pc:docChg chg="undo custSel addSld modSld sldOrd">
      <pc:chgData name="Sree Vaishnavi" userId="66e9376f958a72a4" providerId="LiveId" clId="{99CC7298-F46B-49A8-9888-57CC58B84A37}" dt="2026-04-06T03:04:30.872" v="698" actId="1076"/>
      <pc:docMkLst>
        <pc:docMk/>
      </pc:docMkLst>
      <pc:sldChg chg="addSp modSp mod">
        <pc:chgData name="Sree Vaishnavi" userId="66e9376f958a72a4" providerId="LiveId" clId="{99CC7298-F46B-49A8-9888-57CC58B84A37}" dt="2026-04-04T05:12:16.076" v="643" actId="20577"/>
        <pc:sldMkLst>
          <pc:docMk/>
          <pc:sldMk cId="2517870216" sldId="256"/>
        </pc:sldMkLst>
        <pc:spChg chg="mod">
          <ac:chgData name="Sree Vaishnavi" userId="66e9376f958a72a4" providerId="LiveId" clId="{99CC7298-F46B-49A8-9888-57CC58B84A37}" dt="2026-04-04T02:52:32.957" v="311" actId="1076"/>
          <ac:spMkLst>
            <pc:docMk/>
            <pc:sldMk cId="2517870216" sldId="256"/>
            <ac:spMk id="2" creationId="{238A1199-040D-A660-1D11-661418B58353}"/>
          </ac:spMkLst>
        </pc:spChg>
        <pc:spChg chg="add mod">
          <ac:chgData name="Sree Vaishnavi" userId="66e9376f958a72a4" providerId="LiveId" clId="{99CC7298-F46B-49A8-9888-57CC58B84A37}" dt="2026-04-04T05:12:16.076" v="643" actId="20577"/>
          <ac:spMkLst>
            <pc:docMk/>
            <pc:sldMk cId="2517870216" sldId="256"/>
            <ac:spMk id="5" creationId="{D6F625C1-ADD4-09E7-016F-57BC83E09AAF}"/>
          </ac:spMkLst>
        </pc:spChg>
        <pc:picChg chg="add mod">
          <ac:chgData name="Sree Vaishnavi" userId="66e9376f958a72a4" providerId="LiveId" clId="{99CC7298-F46B-49A8-9888-57CC58B84A37}" dt="2026-04-04T02:50:20.487" v="250" actId="14100"/>
          <ac:picMkLst>
            <pc:docMk/>
            <pc:sldMk cId="2517870216" sldId="256"/>
            <ac:picMk id="4" creationId="{7315309B-D3AD-2AB3-6286-753363CEC6B5}"/>
          </ac:picMkLst>
        </pc:picChg>
      </pc:sldChg>
      <pc:sldChg chg="addSp delSp modSp mod">
        <pc:chgData name="Sree Vaishnavi" userId="66e9376f958a72a4" providerId="LiveId" clId="{99CC7298-F46B-49A8-9888-57CC58B84A37}" dt="2026-04-04T05:04:36.128" v="633" actId="1076"/>
        <pc:sldMkLst>
          <pc:docMk/>
          <pc:sldMk cId="1984483408" sldId="257"/>
        </pc:sldMkLst>
        <pc:spChg chg="mod">
          <ac:chgData name="Sree Vaishnavi" userId="66e9376f958a72a4" providerId="LiveId" clId="{99CC7298-F46B-49A8-9888-57CC58B84A37}" dt="2026-04-04T02:57:14.249" v="340" actId="1076"/>
          <ac:spMkLst>
            <pc:docMk/>
            <pc:sldMk cId="1984483408" sldId="257"/>
            <ac:spMk id="2" creationId="{1C6870F3-F84D-A9AB-BCCB-419B8E6D9B62}"/>
          </ac:spMkLst>
        </pc:spChg>
        <pc:spChg chg="add del mod">
          <ac:chgData name="Sree Vaishnavi" userId="66e9376f958a72a4" providerId="LiveId" clId="{99CC7298-F46B-49A8-9888-57CC58B84A37}" dt="2026-04-04T05:04:36.128" v="633" actId="1076"/>
          <ac:spMkLst>
            <pc:docMk/>
            <pc:sldMk cId="1984483408" sldId="257"/>
            <ac:spMk id="3" creationId="{DDC3389A-59DD-A670-B8DE-324F93BDC83F}"/>
          </ac:spMkLst>
        </pc:spChg>
        <pc:picChg chg="add mod">
          <ac:chgData name="Sree Vaishnavi" userId="66e9376f958a72a4" providerId="LiveId" clId="{99CC7298-F46B-49A8-9888-57CC58B84A37}" dt="2026-04-04T02:53:19.847" v="312"/>
          <ac:picMkLst>
            <pc:docMk/>
            <pc:sldMk cId="1984483408" sldId="257"/>
            <ac:picMk id="4" creationId="{ED3CE57E-4416-E16F-3782-2F4FA8E49353}"/>
          </ac:picMkLst>
        </pc:picChg>
      </pc:sldChg>
      <pc:sldChg chg="addSp delSp modSp mod">
        <pc:chgData name="Sree Vaishnavi" userId="66e9376f958a72a4" providerId="LiveId" clId="{99CC7298-F46B-49A8-9888-57CC58B84A37}" dt="2026-04-04T05:05:16.759" v="637" actId="1076"/>
        <pc:sldMkLst>
          <pc:docMk/>
          <pc:sldMk cId="991335333" sldId="259"/>
        </pc:sldMkLst>
        <pc:spChg chg="mod">
          <ac:chgData name="Sree Vaishnavi" userId="66e9376f958a72a4" providerId="LiveId" clId="{99CC7298-F46B-49A8-9888-57CC58B84A37}" dt="2026-04-04T05:05:11.875" v="636" actId="1076"/>
          <ac:spMkLst>
            <pc:docMk/>
            <pc:sldMk cId="991335333" sldId="259"/>
            <ac:spMk id="2" creationId="{867121A2-C93E-CEDB-D850-AA97338CE8B8}"/>
          </ac:spMkLst>
        </pc:spChg>
        <pc:spChg chg="add del mod">
          <ac:chgData name="Sree Vaishnavi" userId="66e9376f958a72a4" providerId="LiveId" clId="{99CC7298-F46B-49A8-9888-57CC58B84A37}" dt="2026-04-04T05:05:16.759" v="637" actId="1076"/>
          <ac:spMkLst>
            <pc:docMk/>
            <pc:sldMk cId="991335333" sldId="259"/>
            <ac:spMk id="3" creationId="{3C6D0297-8E00-54F5-62F5-B6A781D23917}"/>
          </ac:spMkLst>
        </pc:spChg>
        <pc:picChg chg="add mod">
          <ac:chgData name="Sree Vaishnavi" userId="66e9376f958a72a4" providerId="LiveId" clId="{99CC7298-F46B-49A8-9888-57CC58B84A37}" dt="2026-04-04T02:53:27.567" v="317"/>
          <ac:picMkLst>
            <pc:docMk/>
            <pc:sldMk cId="991335333" sldId="259"/>
            <ac:picMk id="4" creationId="{88B009F6-2865-378A-C2B6-EFAB137FFDF6}"/>
          </ac:picMkLst>
        </pc:picChg>
      </pc:sldChg>
      <pc:sldChg chg="addSp modSp mod ord">
        <pc:chgData name="Sree Vaishnavi" userId="66e9376f958a72a4" providerId="LiveId" clId="{99CC7298-F46B-49A8-9888-57CC58B84A37}" dt="2026-04-04T05:06:01.977" v="641" actId="1076"/>
        <pc:sldMkLst>
          <pc:docMk/>
          <pc:sldMk cId="357872305" sldId="260"/>
        </pc:sldMkLst>
        <pc:spChg chg="mod">
          <ac:chgData name="Sree Vaishnavi" userId="66e9376f958a72a4" providerId="LiveId" clId="{99CC7298-F46B-49A8-9888-57CC58B84A37}" dt="2026-04-04T05:06:01.977" v="641" actId="1076"/>
          <ac:spMkLst>
            <pc:docMk/>
            <pc:sldMk cId="357872305" sldId="260"/>
            <ac:spMk id="2" creationId="{2842B843-AB18-BD53-422C-667741A95D2B}"/>
          </ac:spMkLst>
        </pc:spChg>
        <pc:spChg chg="mod">
          <ac:chgData name="Sree Vaishnavi" userId="66e9376f958a72a4" providerId="LiveId" clId="{99CC7298-F46B-49A8-9888-57CC58B84A37}" dt="2026-04-04T03:03:16.210" v="470" actId="1076"/>
          <ac:spMkLst>
            <pc:docMk/>
            <pc:sldMk cId="357872305" sldId="260"/>
            <ac:spMk id="3" creationId="{30045D24-658F-598C-F904-43144055237F}"/>
          </ac:spMkLst>
        </pc:spChg>
        <pc:picChg chg="add mod">
          <ac:chgData name="Sree Vaishnavi" userId="66e9376f958a72a4" providerId="LiveId" clId="{99CC7298-F46B-49A8-9888-57CC58B84A37}" dt="2026-04-04T02:53:30.944" v="320" actId="1035"/>
          <ac:picMkLst>
            <pc:docMk/>
            <pc:sldMk cId="357872305" sldId="260"/>
            <ac:picMk id="4" creationId="{CF0D228B-FA40-3295-DF86-3B661F6677FB}"/>
          </ac:picMkLst>
        </pc:picChg>
      </pc:sldChg>
      <pc:sldChg chg="addSp delSp modSp mod">
        <pc:chgData name="Sree Vaishnavi" userId="66e9376f958a72a4" providerId="LiveId" clId="{99CC7298-F46B-49A8-9888-57CC58B84A37}" dt="2026-04-04T03:11:58.995" v="631" actId="15"/>
        <pc:sldMkLst>
          <pc:docMk/>
          <pc:sldMk cId="3323899219" sldId="261"/>
        </pc:sldMkLst>
        <pc:spChg chg="add del mod">
          <ac:chgData name="Sree Vaishnavi" userId="66e9376f958a72a4" providerId="LiveId" clId="{99CC7298-F46B-49A8-9888-57CC58B84A37}" dt="2026-04-04T03:11:58.995" v="631" actId="15"/>
          <ac:spMkLst>
            <pc:docMk/>
            <pc:sldMk cId="3323899219" sldId="261"/>
            <ac:spMk id="3" creationId="{769E3E6F-8DEB-7CDD-E2F8-A2554099D33D}"/>
          </ac:spMkLst>
        </pc:spChg>
        <pc:picChg chg="add mod">
          <ac:chgData name="Sree Vaishnavi" userId="66e9376f958a72a4" providerId="LiveId" clId="{99CC7298-F46B-49A8-9888-57CC58B84A37}" dt="2026-04-04T02:53:32.828" v="321"/>
          <ac:picMkLst>
            <pc:docMk/>
            <pc:sldMk cId="3323899219" sldId="261"/>
            <ac:picMk id="4" creationId="{0E4D4718-5A08-A51A-8ABF-2DDC82CA690B}"/>
          </ac:picMkLst>
        </pc:picChg>
      </pc:sldChg>
      <pc:sldChg chg="addSp delSp modSp mod">
        <pc:chgData name="Sree Vaishnavi" userId="66e9376f958a72a4" providerId="LiveId" clId="{99CC7298-F46B-49A8-9888-57CC58B84A37}" dt="2026-04-04T03:10:04.615" v="580" actId="20577"/>
        <pc:sldMkLst>
          <pc:docMk/>
          <pc:sldMk cId="977414270" sldId="262"/>
        </pc:sldMkLst>
        <pc:spChg chg="add del mod">
          <ac:chgData name="Sree Vaishnavi" userId="66e9376f958a72a4" providerId="LiveId" clId="{99CC7298-F46B-49A8-9888-57CC58B84A37}" dt="2026-04-04T03:10:04.615" v="580" actId="20577"/>
          <ac:spMkLst>
            <pc:docMk/>
            <pc:sldMk cId="977414270" sldId="262"/>
            <ac:spMk id="3" creationId="{273AC8B0-033C-611A-8452-D08ECD557BA3}"/>
          </ac:spMkLst>
        </pc:spChg>
        <pc:picChg chg="add mod">
          <ac:chgData name="Sree Vaishnavi" userId="66e9376f958a72a4" providerId="LiveId" clId="{99CC7298-F46B-49A8-9888-57CC58B84A37}" dt="2026-04-04T02:53:34.952" v="322"/>
          <ac:picMkLst>
            <pc:docMk/>
            <pc:sldMk cId="977414270" sldId="262"/>
            <ac:picMk id="4" creationId="{A61DDE98-919D-108E-B2AF-29B1752D76D3}"/>
          </ac:picMkLst>
        </pc:picChg>
      </pc:sldChg>
      <pc:sldChg chg="addSp modSp mod">
        <pc:chgData name="Sree Vaishnavi" userId="66e9376f958a72a4" providerId="LiveId" clId="{99CC7298-F46B-49A8-9888-57CC58B84A37}" dt="2026-04-04T03:06:49.235" v="506" actId="27636"/>
        <pc:sldMkLst>
          <pc:docMk/>
          <pc:sldMk cId="673338980" sldId="263"/>
        </pc:sldMkLst>
        <pc:spChg chg="mod">
          <ac:chgData name="Sree Vaishnavi" userId="66e9376f958a72a4" providerId="LiveId" clId="{99CC7298-F46B-49A8-9888-57CC58B84A37}" dt="2026-04-04T03:06:49.235" v="506" actId="27636"/>
          <ac:spMkLst>
            <pc:docMk/>
            <pc:sldMk cId="673338980" sldId="263"/>
            <ac:spMk id="3" creationId="{E0686CF4-3953-388F-981A-C3AD92F08FBC}"/>
          </ac:spMkLst>
        </pc:spChg>
        <pc:picChg chg="add mod">
          <ac:chgData name="Sree Vaishnavi" userId="66e9376f958a72a4" providerId="LiveId" clId="{99CC7298-F46B-49A8-9888-57CC58B84A37}" dt="2026-04-04T02:53:37.561" v="323"/>
          <ac:picMkLst>
            <pc:docMk/>
            <pc:sldMk cId="673338980" sldId="263"/>
            <ac:picMk id="4" creationId="{CB3B0133-6CFF-968D-27D2-F10539C55E7A}"/>
          </ac:picMkLst>
        </pc:picChg>
      </pc:sldChg>
      <pc:sldChg chg="addSp delSp modSp mod">
        <pc:chgData name="Sree Vaishnavi" userId="66e9376f958a72a4" providerId="LiveId" clId="{99CC7298-F46B-49A8-9888-57CC58B84A37}" dt="2026-04-04T05:04:57.360" v="635" actId="1076"/>
        <pc:sldMkLst>
          <pc:docMk/>
          <pc:sldMk cId="3633305502" sldId="264"/>
        </pc:sldMkLst>
        <pc:spChg chg="mod">
          <ac:chgData name="Sree Vaishnavi" userId="66e9376f958a72a4" providerId="LiveId" clId="{99CC7298-F46B-49A8-9888-57CC58B84A37}" dt="2026-04-04T05:04:57.360" v="635" actId="1076"/>
          <ac:spMkLst>
            <pc:docMk/>
            <pc:sldMk cId="3633305502" sldId="264"/>
            <ac:spMk id="2" creationId="{7EAB2E3D-B327-9AA4-5F34-368FA43E1BF6}"/>
          </ac:spMkLst>
        </pc:spChg>
        <pc:spChg chg="add del mod">
          <ac:chgData name="Sree Vaishnavi" userId="66e9376f958a72a4" providerId="LiveId" clId="{99CC7298-F46B-49A8-9888-57CC58B84A37}" dt="2026-04-04T05:04:50.370" v="634" actId="1076"/>
          <ac:spMkLst>
            <pc:docMk/>
            <pc:sldMk cId="3633305502" sldId="264"/>
            <ac:spMk id="3" creationId="{D191DBF9-74C0-1CED-3AAA-CC8E71A3DCB8}"/>
          </ac:spMkLst>
        </pc:spChg>
        <pc:picChg chg="add mod">
          <ac:chgData name="Sree Vaishnavi" userId="66e9376f958a72a4" providerId="LiveId" clId="{99CC7298-F46B-49A8-9888-57CC58B84A37}" dt="2026-04-04T02:53:25.576" v="316" actId="1035"/>
          <ac:picMkLst>
            <pc:docMk/>
            <pc:sldMk cId="3633305502" sldId="264"/>
            <ac:picMk id="4" creationId="{AC1427FC-E83D-2C90-1B01-C1A10B437C78}"/>
          </ac:picMkLst>
        </pc:picChg>
      </pc:sldChg>
      <pc:sldChg chg="addSp delSp modSp new mod">
        <pc:chgData name="Sree Vaishnavi" userId="66e9376f958a72a4" providerId="LiveId" clId="{99CC7298-F46B-49A8-9888-57CC58B84A37}" dt="2026-04-04T05:05:42.735" v="639" actId="1076"/>
        <pc:sldMkLst>
          <pc:docMk/>
          <pc:sldMk cId="2379590877" sldId="265"/>
        </pc:sldMkLst>
        <pc:spChg chg="mod">
          <ac:chgData name="Sree Vaishnavi" userId="66e9376f958a72a4" providerId="LiveId" clId="{99CC7298-F46B-49A8-9888-57CC58B84A37}" dt="2026-04-04T05:05:39.208" v="638" actId="1076"/>
          <ac:spMkLst>
            <pc:docMk/>
            <pc:sldMk cId="2379590877" sldId="265"/>
            <ac:spMk id="2" creationId="{A7128F17-26BC-B3AB-2559-2789EDB8897E}"/>
          </ac:spMkLst>
        </pc:spChg>
        <pc:spChg chg="add del mod">
          <ac:chgData name="Sree Vaishnavi" userId="66e9376f958a72a4" providerId="LiveId" clId="{99CC7298-F46B-49A8-9888-57CC58B84A37}" dt="2026-04-04T05:05:42.735" v="639" actId="1076"/>
          <ac:spMkLst>
            <pc:docMk/>
            <pc:sldMk cId="2379590877" sldId="265"/>
            <ac:spMk id="3" creationId="{FF0A5A4B-5C98-B15F-3426-9832A50F7445}"/>
          </ac:spMkLst>
        </pc:spChg>
        <pc:picChg chg="add mod">
          <ac:chgData name="Sree Vaishnavi" userId="66e9376f958a72a4" providerId="LiveId" clId="{99CC7298-F46B-49A8-9888-57CC58B84A37}" dt="2026-04-04T03:01:27.356" v="435"/>
          <ac:picMkLst>
            <pc:docMk/>
            <pc:sldMk cId="2379590877" sldId="265"/>
            <ac:picMk id="5" creationId="{EF8FE606-315F-27F5-E6C7-A8E01841CF25}"/>
          </ac:picMkLst>
        </pc:picChg>
      </pc:sldChg>
      <pc:sldChg chg="addSp modSp new mod">
        <pc:chgData name="Sree Vaishnavi" userId="66e9376f958a72a4" providerId="LiveId" clId="{99CC7298-F46B-49A8-9888-57CC58B84A37}" dt="2026-04-04T05:05:53.187" v="640" actId="1076"/>
        <pc:sldMkLst>
          <pc:docMk/>
          <pc:sldMk cId="2874905066" sldId="266"/>
        </pc:sldMkLst>
        <pc:spChg chg="mod">
          <ac:chgData name="Sree Vaishnavi" userId="66e9376f958a72a4" providerId="LiveId" clId="{99CC7298-F46B-49A8-9888-57CC58B84A37}" dt="2026-04-04T05:05:53.187" v="640" actId="1076"/>
          <ac:spMkLst>
            <pc:docMk/>
            <pc:sldMk cId="2874905066" sldId="266"/>
            <ac:spMk id="2" creationId="{FDC69911-B7D1-7234-CFA0-E82566DEA10E}"/>
          </ac:spMkLst>
        </pc:spChg>
        <pc:spChg chg="mod">
          <ac:chgData name="Sree Vaishnavi" userId="66e9376f958a72a4" providerId="LiveId" clId="{99CC7298-F46B-49A8-9888-57CC58B84A37}" dt="2026-04-04T03:02:12.605" v="454" actId="1076"/>
          <ac:spMkLst>
            <pc:docMk/>
            <pc:sldMk cId="2874905066" sldId="266"/>
            <ac:spMk id="3" creationId="{B1F62BF5-7974-E854-B05E-EAA97C4A4F53}"/>
          </ac:spMkLst>
        </pc:spChg>
        <pc:picChg chg="add mod">
          <ac:chgData name="Sree Vaishnavi" userId="66e9376f958a72a4" providerId="LiveId" clId="{99CC7298-F46B-49A8-9888-57CC58B84A37}" dt="2026-04-04T03:02:07.101" v="453"/>
          <ac:picMkLst>
            <pc:docMk/>
            <pc:sldMk cId="2874905066" sldId="266"/>
            <ac:picMk id="4" creationId="{3D6058A4-CDBD-92FA-6880-1E3AA46BC158}"/>
          </ac:picMkLst>
        </pc:picChg>
      </pc:sldChg>
      <pc:sldChg chg="delSp modSp new mod">
        <pc:chgData name="Sree Vaishnavi" userId="66e9376f958a72a4" providerId="LiveId" clId="{99CC7298-F46B-49A8-9888-57CC58B84A37}" dt="2026-04-04T05:52:51.473" v="668" actId="1076"/>
        <pc:sldMkLst>
          <pc:docMk/>
          <pc:sldMk cId="4165645916" sldId="267"/>
        </pc:sldMkLst>
        <pc:spChg chg="mod">
          <ac:chgData name="Sree Vaishnavi" userId="66e9376f958a72a4" providerId="LiveId" clId="{99CC7298-F46B-49A8-9888-57CC58B84A37}" dt="2026-04-04T05:52:51.473" v="668" actId="1076"/>
          <ac:spMkLst>
            <pc:docMk/>
            <pc:sldMk cId="4165645916" sldId="267"/>
            <ac:spMk id="3" creationId="{1FDDE1FF-FBB2-0170-F34F-1635EE3DC6B2}"/>
          </ac:spMkLst>
        </pc:spChg>
      </pc:sldChg>
      <pc:sldChg chg="addSp delSp modSp new mod">
        <pc:chgData name="Sree Vaishnavi" userId="66e9376f958a72a4" providerId="LiveId" clId="{99CC7298-F46B-49A8-9888-57CC58B84A37}" dt="2026-04-06T03:04:30.872" v="698" actId="1076"/>
        <pc:sldMkLst>
          <pc:docMk/>
          <pc:sldMk cId="2207266798" sldId="268"/>
        </pc:sldMkLst>
        <pc:spChg chg="mod">
          <ac:chgData name="Sree Vaishnavi" userId="66e9376f958a72a4" providerId="LiveId" clId="{99CC7298-F46B-49A8-9888-57CC58B84A37}" dt="2026-04-06T03:04:30.872" v="698" actId="1076"/>
          <ac:spMkLst>
            <pc:docMk/>
            <pc:sldMk cId="2207266798" sldId="268"/>
            <ac:spMk id="2" creationId="{DA60F0C0-BA0B-573F-1C34-7A213C9105D8}"/>
          </ac:spMkLst>
        </pc:spChg>
        <pc:spChg chg="del">
          <ac:chgData name="Sree Vaishnavi" userId="66e9376f958a72a4" providerId="LiveId" clId="{99CC7298-F46B-49A8-9888-57CC58B84A37}" dt="2026-04-06T03:01:34.202" v="677" actId="478"/>
          <ac:spMkLst>
            <pc:docMk/>
            <pc:sldMk cId="2207266798" sldId="268"/>
            <ac:spMk id="3" creationId="{3E75C4AF-8E04-A250-231B-463593408773}"/>
          </ac:spMkLst>
        </pc:spChg>
        <pc:picChg chg="add del mod">
          <ac:chgData name="Sree Vaishnavi" userId="66e9376f958a72a4" providerId="LiveId" clId="{99CC7298-F46B-49A8-9888-57CC58B84A37}" dt="2026-04-06T03:03:32.458" v="684" actId="21"/>
          <ac:picMkLst>
            <pc:docMk/>
            <pc:sldMk cId="2207266798" sldId="268"/>
            <ac:picMk id="5" creationId="{B6F684E0-D10F-211E-A3F1-7F55FCFEE2BC}"/>
          </ac:picMkLst>
        </pc:picChg>
        <pc:picChg chg="add mod">
          <ac:chgData name="Sree Vaishnavi" userId="66e9376f958a72a4" providerId="LiveId" clId="{99CC7298-F46B-49A8-9888-57CC58B84A37}" dt="2026-04-06T03:04:16.656" v="697" actId="1076"/>
          <ac:picMkLst>
            <pc:docMk/>
            <pc:sldMk cId="2207266798" sldId="268"/>
            <ac:picMk id="7" creationId="{F61EA998-A3BF-C15B-B28D-D872D530E251}"/>
          </ac:picMkLst>
        </pc:picChg>
      </pc:sldChg>
      <pc:sldChg chg="addSp delSp modSp new mod">
        <pc:chgData name="Sree Vaishnavi" userId="66e9376f958a72a4" providerId="LiveId" clId="{99CC7298-F46B-49A8-9888-57CC58B84A37}" dt="2026-04-06T03:03:53.269" v="691" actId="1076"/>
        <pc:sldMkLst>
          <pc:docMk/>
          <pc:sldMk cId="800963711" sldId="269"/>
        </pc:sldMkLst>
        <pc:spChg chg="del">
          <ac:chgData name="Sree Vaishnavi" userId="66e9376f958a72a4" providerId="LiveId" clId="{99CC7298-F46B-49A8-9888-57CC58B84A37}" dt="2026-04-06T03:03:40.724" v="686" actId="478"/>
          <ac:spMkLst>
            <pc:docMk/>
            <pc:sldMk cId="800963711" sldId="269"/>
            <ac:spMk id="2" creationId="{BB52E4C3-C5B1-AAD4-CB6B-6D0D34580F00}"/>
          </ac:spMkLst>
        </pc:spChg>
        <pc:spChg chg="del">
          <ac:chgData name="Sree Vaishnavi" userId="66e9376f958a72a4" providerId="LiveId" clId="{99CC7298-F46B-49A8-9888-57CC58B84A37}" dt="2026-04-06T03:03:42.760" v="687" actId="478"/>
          <ac:spMkLst>
            <pc:docMk/>
            <pc:sldMk cId="800963711" sldId="269"/>
            <ac:spMk id="3" creationId="{9D0B66CD-0A45-341C-318A-B871571C2C29}"/>
          </ac:spMkLst>
        </pc:spChg>
        <pc:picChg chg="add mod">
          <ac:chgData name="Sree Vaishnavi" userId="66e9376f958a72a4" providerId="LiveId" clId="{99CC7298-F46B-49A8-9888-57CC58B84A37}" dt="2026-04-06T03:03:53.269" v="691" actId="1076"/>
          <ac:picMkLst>
            <pc:docMk/>
            <pc:sldMk cId="800963711" sldId="269"/>
            <ac:picMk id="5" creationId="{B6F684E0-D10F-211E-A3F1-7F55FCFEE2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62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2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02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75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20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73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6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9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88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7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1986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82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9897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67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71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4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82FA7-8033-4409-A7DD-34CE4307AEB1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138127-A431-40EB-A014-B2954AA4E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1199-040D-A660-1D11-661418B58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098" y="839430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/>
              <a:t>Thread Synchronization Visualizer(Producer-Consumer Model)</a:t>
            </a:r>
            <a:br>
              <a:rPr lang="en-IN" sz="4000" dirty="0"/>
            </a:br>
            <a:r>
              <a:rPr lang="en-IN" sz="3100" dirty="0"/>
              <a:t>Instructor – Dr. V Muniraju</a:t>
            </a:r>
            <a:br>
              <a:rPr lang="en-IN" sz="3100" dirty="0"/>
            </a:br>
            <a:endParaRPr lang="en-IN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5309B-D3AD-2AB3-6286-753363CE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F625C1-ADD4-09E7-016F-57BC83E09AAF}"/>
              </a:ext>
            </a:extLst>
          </p:cNvPr>
          <p:cNvSpPr txBox="1"/>
          <p:nvPr/>
        </p:nvSpPr>
        <p:spPr>
          <a:xfrm>
            <a:off x="6689265" y="4884176"/>
            <a:ext cx="8662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7:</a:t>
            </a:r>
          </a:p>
          <a:p>
            <a:r>
              <a:rPr lang="en-IN" dirty="0"/>
              <a:t>D. Darishma – 2420030463</a:t>
            </a:r>
          </a:p>
          <a:p>
            <a:r>
              <a:rPr lang="en-IN" dirty="0"/>
              <a:t>T. Naga Venkata Sree Vaishnavi – 2420030664</a:t>
            </a:r>
          </a:p>
          <a:p>
            <a:r>
              <a:rPr lang="en-IN" dirty="0"/>
              <a:t>B. Akshaya – 2420030153</a:t>
            </a:r>
          </a:p>
          <a:p>
            <a:r>
              <a:rPr lang="en-IN" dirty="0"/>
              <a:t>M. Spandana - 2420090150</a:t>
            </a:r>
          </a:p>
        </p:txBody>
      </p:sp>
    </p:spTree>
    <p:extLst>
      <p:ext uri="{BB962C8B-B14F-4D97-AF65-F5344CB8AC3E}">
        <p14:creationId xmlns:p14="http://schemas.microsoft.com/office/powerpoint/2010/main" val="251787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70F3-F84D-A9AB-BCCB-419B8E6D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389A-59DD-A670-B8DE-324F93BD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47684"/>
            <a:ext cx="8915400" cy="37776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modern computer systems, multiple processes and tasks are executed simultaneously using multithreading, which improves system performance and efficiency.</a:t>
            </a:r>
          </a:p>
          <a:p>
            <a:r>
              <a:rPr lang="en-US" dirty="0"/>
              <a:t>However, when multiple threads try to access a shared resource at the same time, it may lead to issues such as race conditions, data inconsistency, and unexpected system behavior.</a:t>
            </a:r>
          </a:p>
          <a:p>
            <a:r>
              <a:rPr lang="en-US" dirty="0"/>
              <a:t>To overcome these problems, Operating Systems use synchronization mechanisms like locks and semaphores.</a:t>
            </a:r>
          </a:p>
          <a:p>
            <a:r>
              <a:rPr lang="en-US" dirty="0"/>
              <a:t>This project focuses on demonstrating thread synchronization using the Producer–Consumer problem, which is one of the most important classical problems in Operating Systems.</a:t>
            </a:r>
          </a:p>
          <a:p>
            <a:r>
              <a:rPr lang="en-US" dirty="0"/>
              <a:t>The system also provides a real-time visual interface to help users understand how threads interact and coordinate with each other.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CE57E-4416-E16F-3782-2F4FA8E49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8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2E3D-B327-9AA4-5F34-368FA43E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20" y="653607"/>
            <a:ext cx="8911687" cy="128089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1DBF9-74C0-1CED-3AAA-CC8E71A3D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0" y="1543664"/>
            <a:ext cx="9341515" cy="5147187"/>
          </a:xfrm>
        </p:spPr>
        <p:txBody>
          <a:bodyPr>
            <a:normAutofit/>
          </a:bodyPr>
          <a:lstStyle/>
          <a:p>
            <a:r>
              <a:rPr lang="en-US" dirty="0"/>
              <a:t>In a multithreaded environment, multiple threads accessing a shared buffer can lead to:</a:t>
            </a:r>
          </a:p>
          <a:p>
            <a:pPr lvl="1"/>
            <a:r>
              <a:rPr lang="en-US" dirty="0"/>
              <a:t>Race conditions</a:t>
            </a:r>
          </a:p>
          <a:p>
            <a:pPr lvl="1"/>
            <a:r>
              <a:rPr lang="en-US" dirty="0"/>
              <a:t>Data corruption</a:t>
            </a:r>
          </a:p>
          <a:p>
            <a:pPr lvl="1"/>
            <a:r>
              <a:rPr lang="en-US" dirty="0"/>
              <a:t>Inconsistent output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A producer may try to add data when the buffer is already full</a:t>
            </a:r>
          </a:p>
          <a:p>
            <a:pPr lvl="1"/>
            <a:r>
              <a:rPr lang="en-US" dirty="0"/>
              <a:t>A consumer may try to remove data when the buffer is empty</a:t>
            </a:r>
          </a:p>
          <a:p>
            <a:r>
              <a:rPr lang="en-US" dirty="0"/>
              <a:t>Such situations cause system errors and inefficient performance.</a:t>
            </a:r>
          </a:p>
          <a:p>
            <a:r>
              <a:rPr lang="en-US" dirty="0"/>
              <a:t>Therefore, there is a need to design a system that ensures:</a:t>
            </a:r>
          </a:p>
          <a:p>
            <a:pPr lvl="1"/>
            <a:r>
              <a:rPr lang="en-US" dirty="0"/>
              <a:t>Proper coordination between producer and consumer threads</a:t>
            </a:r>
          </a:p>
          <a:p>
            <a:pPr lvl="1"/>
            <a:r>
              <a:rPr lang="en-US" dirty="0"/>
              <a:t>Safe access to shared resources</a:t>
            </a:r>
          </a:p>
          <a:p>
            <a:pPr lvl="1"/>
            <a:r>
              <a:rPr lang="en-US" dirty="0"/>
              <a:t>Efficient execution without conflicts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427FC-E83D-2C90-1B01-C1A10B43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54860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0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21A2-C93E-CEDB-D850-AA97338C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118" y="673271"/>
            <a:ext cx="8911687" cy="1280890"/>
          </a:xfrm>
        </p:spPr>
        <p:txBody>
          <a:bodyPr/>
          <a:lstStyle/>
          <a:p>
            <a:r>
              <a:rPr lang="en-IN" dirty="0"/>
              <a:t>CORE OS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0297-8E00-54F5-62F5-B6A781D2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7118" y="1612490"/>
            <a:ext cx="8915400" cy="3777622"/>
          </a:xfrm>
        </p:spPr>
        <p:txBody>
          <a:bodyPr/>
          <a:lstStyle/>
          <a:p>
            <a:r>
              <a:rPr lang="en-US" dirty="0"/>
              <a:t>Threads: Basic unit of execution used for parallel processing</a:t>
            </a:r>
          </a:p>
          <a:p>
            <a:r>
              <a:rPr lang="en-US" dirty="0"/>
              <a:t>Synchronization: Technique to control access to shared resources</a:t>
            </a:r>
          </a:p>
          <a:p>
            <a:r>
              <a:rPr lang="en-US" dirty="0"/>
              <a:t>Critical Section: Part of code where shared resource is accessed</a:t>
            </a:r>
          </a:p>
          <a:p>
            <a:r>
              <a:rPr lang="en-US" dirty="0"/>
              <a:t>Race Condition: Problem caused by simultaneous access to shared data</a:t>
            </a:r>
          </a:p>
          <a:p>
            <a:r>
              <a:rPr lang="en-US" dirty="0"/>
              <a:t>Semaphore / Lock: Tools used to ensure safe execution</a:t>
            </a:r>
          </a:p>
          <a:p>
            <a:r>
              <a:rPr lang="en-US" dirty="0"/>
              <a:t>Bounded Buffer: Fixed-size storage used in Producer–Consumer problem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009F6-2865-378A-C2B6-EFAB137F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35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8F17-26BC-B3AB-2559-2789EDB8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24110"/>
            <a:ext cx="8911687" cy="1280890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5A4B-5C98-B15F-3426-9832A50F7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691148"/>
            <a:ext cx="8915400" cy="4542742"/>
          </a:xfrm>
        </p:spPr>
        <p:txBody>
          <a:bodyPr>
            <a:normAutofit/>
          </a:bodyPr>
          <a:lstStyle/>
          <a:p>
            <a:r>
              <a:rPr lang="en-US" dirty="0"/>
              <a:t>To design and implement a system that simulates the Producer–Consumer problem</a:t>
            </a:r>
          </a:p>
          <a:p>
            <a:r>
              <a:rPr lang="en-US" dirty="0"/>
              <a:t>To demonstrate the importance of thread synchronization in Operating Systems</a:t>
            </a:r>
          </a:p>
          <a:p>
            <a:r>
              <a:rPr lang="en-US" dirty="0"/>
              <a:t>To use synchronization techniques such as:</a:t>
            </a:r>
          </a:p>
          <a:p>
            <a:pPr lvl="1"/>
            <a:r>
              <a:rPr lang="en-US" dirty="0"/>
              <a:t>Locks</a:t>
            </a:r>
          </a:p>
          <a:p>
            <a:pPr lvl="1"/>
            <a:r>
              <a:rPr lang="en-US" dirty="0"/>
              <a:t>Semaphores</a:t>
            </a:r>
          </a:p>
          <a:p>
            <a:r>
              <a:rPr lang="en-US" dirty="0"/>
              <a:t>To visualize:</a:t>
            </a:r>
          </a:p>
          <a:p>
            <a:pPr lvl="1"/>
            <a:r>
              <a:rPr lang="en-US" dirty="0"/>
              <a:t>Buffer operations</a:t>
            </a:r>
          </a:p>
          <a:p>
            <a:pPr lvl="1"/>
            <a:r>
              <a:rPr lang="en-US" dirty="0"/>
              <a:t>Thread activity</a:t>
            </a:r>
          </a:p>
          <a:p>
            <a:pPr lvl="1"/>
            <a:r>
              <a:rPr lang="en-US" dirty="0"/>
              <a:t>System logs and statistics</a:t>
            </a:r>
          </a:p>
          <a:p>
            <a:r>
              <a:rPr lang="en-US" dirty="0"/>
              <a:t>To create an interactive tool that makes OS concepts easier to understand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FE606-315F-27F5-E6C7-A8E01841C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9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9911-B7D1-7234-CFA0-E82566DE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273" y="624110"/>
            <a:ext cx="8911687" cy="128089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2BF5-7974-E854-B05E-EAA97C4A4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560" y="1789709"/>
            <a:ext cx="8915400" cy="44441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system is developed using </a:t>
            </a:r>
            <a:r>
              <a:rPr lang="en-US" b="1" dirty="0"/>
              <a:t>Python</a:t>
            </a:r>
            <a:r>
              <a:rPr lang="en-US" dirty="0"/>
              <a:t> with </a:t>
            </a:r>
            <a:r>
              <a:rPr lang="en-US" b="1" dirty="0"/>
              <a:t>multithreading</a:t>
            </a:r>
            <a:r>
              <a:rPr lang="en-US" dirty="0"/>
              <a:t> and </a:t>
            </a:r>
            <a:r>
              <a:rPr lang="en-US" b="1" dirty="0" err="1"/>
              <a:t>Tkinter</a:t>
            </a:r>
            <a:r>
              <a:rPr lang="en-US" b="1" dirty="0"/>
              <a:t> GUI</a:t>
            </a:r>
            <a:r>
              <a:rPr lang="en-US" dirty="0"/>
              <a:t>. </a:t>
            </a:r>
          </a:p>
          <a:p>
            <a:r>
              <a:rPr lang="en-US" dirty="0"/>
              <a:t>Multiple </a:t>
            </a:r>
            <a:r>
              <a:rPr lang="en-US" b="1" dirty="0"/>
              <a:t>producer threads</a:t>
            </a:r>
            <a:r>
              <a:rPr lang="en-US" dirty="0"/>
              <a:t> are created to generate data items continuously. </a:t>
            </a:r>
          </a:p>
          <a:p>
            <a:r>
              <a:rPr lang="en-US" dirty="0"/>
              <a:t>Multiple </a:t>
            </a:r>
            <a:r>
              <a:rPr lang="en-US" b="1" dirty="0"/>
              <a:t>consumer threads</a:t>
            </a:r>
            <a:r>
              <a:rPr lang="en-US" dirty="0"/>
              <a:t> are created to consume items from the shared buffer. </a:t>
            </a:r>
          </a:p>
          <a:p>
            <a:r>
              <a:rPr lang="en-US" dirty="0"/>
              <a:t>A </a:t>
            </a:r>
            <a:r>
              <a:rPr lang="en-US" b="1" dirty="0"/>
              <a:t>bounded buffer (queue)</a:t>
            </a:r>
            <a:r>
              <a:rPr lang="en-US" dirty="0"/>
              <a:t> is used as the shared resource. </a:t>
            </a:r>
          </a:p>
          <a:p>
            <a:r>
              <a:rPr lang="en-US" dirty="0"/>
              <a:t>Synchronization mechanisms are applied to: </a:t>
            </a:r>
          </a:p>
          <a:p>
            <a:pPr lvl="1"/>
            <a:r>
              <a:rPr lang="en-US" dirty="0"/>
              <a:t>Prevent buffer overflow </a:t>
            </a:r>
          </a:p>
          <a:p>
            <a:pPr lvl="1"/>
            <a:r>
              <a:rPr lang="en-US" dirty="0"/>
              <a:t>Prevent buffer underflow </a:t>
            </a:r>
          </a:p>
          <a:p>
            <a:pPr lvl="1"/>
            <a:r>
              <a:rPr lang="en-US" dirty="0"/>
              <a:t>Ensure safe access to the buffer </a:t>
            </a:r>
          </a:p>
          <a:p>
            <a:r>
              <a:rPr lang="en-US" dirty="0"/>
              <a:t>The GUI displays: </a:t>
            </a:r>
          </a:p>
          <a:p>
            <a:pPr lvl="1"/>
            <a:r>
              <a:rPr lang="en-US" dirty="0"/>
              <a:t>Real-time buffer status </a:t>
            </a:r>
          </a:p>
          <a:p>
            <a:pPr lvl="1"/>
            <a:r>
              <a:rPr lang="en-US" dirty="0"/>
              <a:t>Logs of produced and consumed items </a:t>
            </a:r>
          </a:p>
          <a:p>
            <a:pPr lvl="1"/>
            <a:r>
              <a:rPr lang="en-US" dirty="0"/>
              <a:t>System statistics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058A4-CDBD-92FA-6880-1E3AA46B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0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B843-AB18-BD53-422C-667741A95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94613"/>
            <a:ext cx="8911687" cy="1280890"/>
          </a:xfrm>
        </p:spPr>
        <p:txBody>
          <a:bodyPr/>
          <a:lstStyle/>
          <a:p>
            <a:r>
              <a:rPr lang="en-IN" dirty="0"/>
              <a:t>SYSTEM ARCHIRECTURE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5D24-658F-598C-F904-431440552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33832"/>
            <a:ext cx="8915400" cy="5101502"/>
          </a:xfrm>
        </p:spPr>
        <p:txBody>
          <a:bodyPr>
            <a:normAutofit/>
          </a:bodyPr>
          <a:lstStyle/>
          <a:p>
            <a:r>
              <a:rPr lang="en-US" b="1" dirty="0"/>
              <a:t>System Architecture</a:t>
            </a:r>
          </a:p>
          <a:p>
            <a:pPr lvl="1"/>
            <a:r>
              <a:rPr lang="en-US" dirty="0"/>
              <a:t>The system is divided into different modules for better organization: </a:t>
            </a:r>
          </a:p>
          <a:p>
            <a:r>
              <a:rPr lang="en-US" b="1" dirty="0"/>
              <a:t>1. Producer Module</a:t>
            </a:r>
          </a:p>
          <a:p>
            <a:pPr lvl="1"/>
            <a:r>
              <a:rPr lang="en-US" dirty="0"/>
              <a:t>Generates data items and inserts them into the buffer </a:t>
            </a:r>
          </a:p>
          <a:p>
            <a:r>
              <a:rPr lang="en-US" b="1" dirty="0"/>
              <a:t>2. Consumer Module</a:t>
            </a:r>
          </a:p>
          <a:p>
            <a:pPr lvl="1"/>
            <a:r>
              <a:rPr lang="en-US" dirty="0"/>
              <a:t>Removes items from the buffer and processes them </a:t>
            </a:r>
          </a:p>
          <a:p>
            <a:r>
              <a:rPr lang="en-US" b="1" dirty="0"/>
              <a:t>3. Shared Buffer Module</a:t>
            </a:r>
          </a:p>
          <a:p>
            <a:pPr lvl="1"/>
            <a:r>
              <a:rPr lang="en-US" dirty="0"/>
              <a:t>Stores items temporarily with limited capacity </a:t>
            </a:r>
          </a:p>
          <a:p>
            <a:r>
              <a:rPr lang="en-US" b="1" dirty="0"/>
              <a:t>4. Synchronization Module</a:t>
            </a:r>
          </a:p>
          <a:p>
            <a:pPr lvl="1"/>
            <a:r>
              <a:rPr lang="en-US" dirty="0"/>
              <a:t>Controls access using locks/semaphores </a:t>
            </a:r>
          </a:p>
          <a:p>
            <a:r>
              <a:rPr lang="en-US" b="1" dirty="0"/>
              <a:t>5. User Interface Module</a:t>
            </a:r>
          </a:p>
          <a:p>
            <a:pPr lvl="1"/>
            <a:r>
              <a:rPr lang="en-US" dirty="0"/>
              <a:t>Displays buffer visualization, logs, and statistics </a:t>
            </a:r>
          </a:p>
          <a:p>
            <a:pPr lvl="1"/>
            <a:r>
              <a:rPr lang="en-US" dirty="0"/>
              <a:t>All these modules work together to simulate a synchronized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D228B-FA40-3295-DF86-3B661F667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8198-8F2A-4E1F-C865-92476B93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3E6F-8DEB-7CDD-E2F8-A2554099D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535" y="1307690"/>
            <a:ext cx="8915400" cy="54052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User enters:</a:t>
            </a:r>
          </a:p>
          <a:p>
            <a:pPr lvl="1"/>
            <a:r>
              <a:rPr lang="en-US" dirty="0"/>
              <a:t>Producers, Consumers, Buffer size, Speed</a:t>
            </a:r>
          </a:p>
          <a:p>
            <a:r>
              <a:rPr lang="en-US" dirty="0"/>
              <a:t>On clicking Start:</a:t>
            </a:r>
          </a:p>
          <a:p>
            <a:pPr lvl="1"/>
            <a:r>
              <a:rPr lang="en-US" dirty="0"/>
              <a:t>Buffer is created</a:t>
            </a:r>
          </a:p>
          <a:p>
            <a:pPr lvl="1"/>
            <a:r>
              <a:rPr lang="en-US" dirty="0"/>
              <a:t>Producer and Consumer threads start</a:t>
            </a:r>
          </a:p>
          <a:p>
            <a:r>
              <a:rPr lang="en-US" dirty="0"/>
              <a:t>Producers:</a:t>
            </a:r>
          </a:p>
          <a:p>
            <a:pPr lvl="1"/>
            <a:r>
              <a:rPr lang="en-US" dirty="0"/>
              <a:t>Generate and add items to buffer</a:t>
            </a:r>
          </a:p>
          <a:p>
            <a:pPr lvl="1"/>
            <a:r>
              <a:rPr lang="en-US" dirty="0"/>
              <a:t>Wait if buffer is full</a:t>
            </a:r>
          </a:p>
          <a:p>
            <a:r>
              <a:rPr lang="en-US" dirty="0"/>
              <a:t>Consumers:</a:t>
            </a:r>
          </a:p>
          <a:p>
            <a:pPr lvl="1"/>
            <a:r>
              <a:rPr lang="en-US" dirty="0"/>
              <a:t>Remove and process items</a:t>
            </a:r>
          </a:p>
          <a:p>
            <a:pPr lvl="1"/>
            <a:r>
              <a:rPr lang="en-US" dirty="0"/>
              <a:t>Wait if buffer is empty</a:t>
            </a:r>
          </a:p>
          <a:p>
            <a:r>
              <a:rPr lang="en-US" dirty="0"/>
              <a:t>Synchronization:</a:t>
            </a:r>
          </a:p>
          <a:p>
            <a:pPr lvl="1"/>
            <a:r>
              <a:rPr lang="en-US" dirty="0"/>
              <a:t>Ensures safe access</a:t>
            </a:r>
          </a:p>
          <a:p>
            <a:pPr lvl="1"/>
            <a:r>
              <a:rPr lang="en-US" dirty="0"/>
              <a:t>Prevents race conditions</a:t>
            </a:r>
          </a:p>
          <a:p>
            <a:r>
              <a:rPr lang="en-US" dirty="0"/>
              <a:t>Real-Time Updates:</a:t>
            </a:r>
          </a:p>
          <a:p>
            <a:pPr lvl="1"/>
            <a:r>
              <a:rPr lang="en-US" dirty="0"/>
              <a:t>Buffer, logs, and stats update continuously</a:t>
            </a:r>
          </a:p>
          <a:p>
            <a:r>
              <a:rPr lang="en-US" dirty="0"/>
              <a:t>Simulation runs until Stop or Reset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D4718-5A08-A51A-8ABF-2DDC82CA6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9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A86E-6777-20CF-E497-63B405D0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C8B0-033C-611A-8452-D08ECD55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6348"/>
            <a:ext cx="8915400" cy="547165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Python</a:t>
            </a:r>
          </a:p>
          <a:p>
            <a:pPr lvl="1"/>
            <a:r>
              <a:rPr lang="en-IN" dirty="0"/>
              <a:t>Main programming language used for implementation</a:t>
            </a:r>
          </a:p>
          <a:p>
            <a:r>
              <a:rPr lang="en-IN" dirty="0"/>
              <a:t>Threading Module</a:t>
            </a:r>
          </a:p>
          <a:p>
            <a:pPr lvl="1"/>
            <a:r>
              <a:rPr lang="en-IN" dirty="0"/>
              <a:t>Used to create and manage producer and consumer threads</a:t>
            </a:r>
          </a:p>
          <a:p>
            <a:r>
              <a:rPr lang="en-IN" dirty="0"/>
              <a:t>Queue / Shared Buffer</a:t>
            </a:r>
          </a:p>
          <a:p>
            <a:pPr lvl="1"/>
            <a:r>
              <a:rPr lang="en-IN" dirty="0"/>
              <a:t>Used as a bounded buffer to store items</a:t>
            </a:r>
          </a:p>
          <a:p>
            <a:pPr lvl="1"/>
            <a:r>
              <a:rPr lang="en-IN" dirty="0"/>
              <a:t>Ensures FIFO (First-In-First-Out)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Synchronization Mechanisms</a:t>
            </a:r>
          </a:p>
          <a:p>
            <a:pPr lvl="1"/>
            <a:r>
              <a:rPr lang="en-IN" dirty="0"/>
              <a:t>Locks / Semaphores used to control access</a:t>
            </a:r>
          </a:p>
          <a:p>
            <a:pPr lvl="1"/>
            <a:r>
              <a:rPr lang="en-IN" dirty="0"/>
              <a:t>Prevents data inconsistency</a:t>
            </a:r>
          </a:p>
          <a:p>
            <a:r>
              <a:rPr lang="en-IN" dirty="0" err="1"/>
              <a:t>kinter</a:t>
            </a:r>
            <a:r>
              <a:rPr lang="en-IN" dirty="0"/>
              <a:t> (GUI Library)</a:t>
            </a:r>
          </a:p>
          <a:p>
            <a:pPr lvl="1"/>
            <a:r>
              <a:rPr lang="en-IN" dirty="0"/>
              <a:t>Used to design the graphical user interface</a:t>
            </a:r>
          </a:p>
          <a:p>
            <a:pPr lvl="1"/>
            <a:r>
              <a:rPr lang="en-IN" dirty="0"/>
              <a:t>Displays:</a:t>
            </a:r>
          </a:p>
          <a:p>
            <a:pPr lvl="2"/>
            <a:r>
              <a:rPr lang="en-IN" dirty="0"/>
              <a:t>Buffer visualization</a:t>
            </a:r>
          </a:p>
          <a:p>
            <a:pPr lvl="2"/>
            <a:r>
              <a:rPr lang="en-IN" dirty="0"/>
              <a:t>Logs</a:t>
            </a:r>
          </a:p>
          <a:p>
            <a:pPr lvl="2"/>
            <a:r>
              <a:rPr lang="en-IN" dirty="0"/>
              <a:t>Statistics</a:t>
            </a:r>
          </a:p>
          <a:p>
            <a:r>
              <a:rPr lang="en-IN" dirty="0"/>
              <a:t>VS Code / Eclipse (IDE)Used for coding, debugging, and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DDE98-919D-108E-B2AF-29B1752D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1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F0C0-BA0B-573F-1C34-7A213C91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487" y="653607"/>
            <a:ext cx="8911687" cy="1280890"/>
          </a:xfrm>
        </p:spPr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EA998-A3BF-C15B-B28D-D872D530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361" y="1382543"/>
            <a:ext cx="9468465" cy="52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6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F684E0-D10F-211E-A3F1-7F55FCFEE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75" y="127820"/>
            <a:ext cx="10028902" cy="627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6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E3DA-8EC7-FF48-A4E0-8E35AA57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6CF4-3953-388F-981A-C3AD92F0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33832"/>
            <a:ext cx="9373506" cy="53241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project successfully demonstrates the </a:t>
            </a:r>
            <a:r>
              <a:rPr lang="en-US" b="1" dirty="0"/>
              <a:t>Producer–Consumer problem</a:t>
            </a:r>
            <a:r>
              <a:rPr lang="en-US" dirty="0"/>
              <a:t>, a fundamental concept in Operating Systems. </a:t>
            </a:r>
          </a:p>
          <a:p>
            <a:r>
              <a:rPr lang="en-US" dirty="0"/>
              <a:t>It shows how multiple threads interact with a shared resource in a synchronized manner. </a:t>
            </a:r>
          </a:p>
          <a:p>
            <a:r>
              <a:rPr lang="en-US" dirty="0"/>
              <a:t>By using synchronization techniques, the system avoids: </a:t>
            </a:r>
          </a:p>
          <a:p>
            <a:pPr lvl="1"/>
            <a:r>
              <a:rPr lang="en-US" dirty="0"/>
              <a:t>Race conditions </a:t>
            </a:r>
          </a:p>
          <a:p>
            <a:pPr lvl="1"/>
            <a:r>
              <a:rPr lang="en-US" dirty="0"/>
              <a:t>Data inconsistency </a:t>
            </a:r>
          </a:p>
          <a:p>
            <a:pPr lvl="1"/>
            <a:r>
              <a:rPr lang="en-US" dirty="0"/>
              <a:t>Unsafe access to shared memory </a:t>
            </a:r>
          </a:p>
          <a:p>
            <a:r>
              <a:rPr lang="en-US" dirty="0"/>
              <a:t>The visual interface makes it easier to understand: </a:t>
            </a:r>
          </a:p>
          <a:p>
            <a:pPr lvl="1"/>
            <a:r>
              <a:rPr lang="en-US" dirty="0"/>
              <a:t>Thread behavior </a:t>
            </a:r>
          </a:p>
          <a:p>
            <a:pPr lvl="1"/>
            <a:r>
              <a:rPr lang="en-US" dirty="0"/>
              <a:t>Buffer operations </a:t>
            </a:r>
          </a:p>
          <a:p>
            <a:pPr lvl="1"/>
            <a:r>
              <a:rPr lang="en-US" dirty="0"/>
              <a:t>Real-time system activity </a:t>
            </a:r>
          </a:p>
          <a:p>
            <a:r>
              <a:rPr lang="en-US" dirty="0"/>
              <a:t>Overall, the project provides a clear and practical understanding of: </a:t>
            </a:r>
          </a:p>
          <a:p>
            <a:pPr lvl="1"/>
            <a:r>
              <a:rPr lang="en-US" dirty="0"/>
              <a:t>Multithreading </a:t>
            </a:r>
          </a:p>
          <a:p>
            <a:pPr lvl="1"/>
            <a:r>
              <a:rPr lang="en-US" dirty="0"/>
              <a:t>Synchronization </a:t>
            </a:r>
          </a:p>
          <a:p>
            <a:pPr lvl="1"/>
            <a:r>
              <a:rPr lang="en-US" dirty="0"/>
              <a:t>Resource management in Operating Systems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B0133-6CFF-968D-27D2-F10539C55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76" y="145028"/>
            <a:ext cx="2664442" cy="13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DE1FF-FBB2-0170-F34F-1635EE3D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438401"/>
            <a:ext cx="8915400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56459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</TotalTime>
  <Words>786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Thread Synchronization Visualizer(Producer-Consumer Model) Instructor – Dr. V Muniraju </vt:lpstr>
      <vt:lpstr>INTRODUCTION</vt:lpstr>
      <vt:lpstr>PROBLEM STATEMENT</vt:lpstr>
      <vt:lpstr>CORE OS CONCEPTS</vt:lpstr>
      <vt:lpstr>OBJECTIVE</vt:lpstr>
      <vt:lpstr>METHODOLOGY</vt:lpstr>
      <vt:lpstr>SYSTEM ARCHIRECTURE</vt:lpstr>
      <vt:lpstr>Execution Flow</vt:lpstr>
      <vt:lpstr>TOOLS USED</vt:lpstr>
      <vt:lpstr>OUTPUT: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Vaishnavi</dc:creator>
  <cp:lastModifiedBy>Sree Vaishnavi</cp:lastModifiedBy>
  <cp:revision>1</cp:revision>
  <dcterms:created xsi:type="dcterms:W3CDTF">2026-03-31T04:37:49Z</dcterms:created>
  <dcterms:modified xsi:type="dcterms:W3CDTF">2026-04-06T03:04:31Z</dcterms:modified>
</cp:coreProperties>
</file>